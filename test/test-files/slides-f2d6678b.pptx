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2"/>
  </p:sldMasterIdLst>
  <p:sldIdLst>
    <p:sldId id="256" r:id="rId1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</Relationship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p:sldLayoutIdLst>
    <p:sldLayoutId id="1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>Urban Beekeeping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t>Starter gear: veil, smoker, hive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/>
  </a:themeElements>
</a:theme>
</file>